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slideLayouts/slideLayout8.xml" ContentType="application/vnd.openxmlformats-officedocument.presentationml.slideLayout+xml"/>
  <Override PartName="/ppt/theme/theme8.xml" ContentType="application/vnd.openxmlformats-officedocument.theme+xml"/>
  <Override PartName="/ppt/slideLayouts/slideLayout9.xml" ContentType="application/vnd.openxmlformats-officedocument.presentationml.slideLayout+xml"/>
  <Override PartName="/ppt/theme/theme9.xml" ContentType="application/vnd.openxmlformats-officedocument.theme+xml"/>
  <Override PartName="/ppt/slideLayouts/slideLayout10.xml" ContentType="application/vnd.openxmlformats-officedocument.presentationml.slideLayout+xml"/>
  <Override PartName="/ppt/theme/theme10.xml" ContentType="application/vnd.openxmlformats-officedocument.theme+xml"/>
  <Override PartName="/ppt/slideLayouts/slideLayout11.xml" ContentType="application/vnd.openxmlformats-officedocument.presentationml.slideLayout+xml"/>
  <Override PartName="/ppt/theme/theme1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2" r:id="rId3"/>
    <p:sldMasterId id="2147483654" r:id="rId4"/>
    <p:sldMasterId id="2147483656" r:id="rId5"/>
    <p:sldMasterId id="2147483658" r:id="rId6"/>
    <p:sldMasterId id="2147483660" r:id="rId7"/>
    <p:sldMasterId id="2147483662" r:id="rId8"/>
    <p:sldMasterId id="2147483664" r:id="rId9"/>
    <p:sldMasterId id="2147483666" r:id="rId10"/>
    <p:sldMasterId id="2147483668" r:id="rId11"/>
  </p:sld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18"/>
  </p:sldIdLst>
  <p:sldSz cx="12192000" cy="6858000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2.xml"/><Relationship Id="rId18" Type="http://schemas.openxmlformats.org/officeDocument/2006/relationships/slide" Target="slides/slide7.xml"/><Relationship Id="rId3" Type="http://schemas.openxmlformats.org/officeDocument/2006/relationships/slideMaster" Target="slideMasters/slideMaster3.xml"/><Relationship Id="rId21" Type="http://schemas.openxmlformats.org/officeDocument/2006/relationships/theme" Target="theme/theme1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1.xml"/><Relationship Id="rId17" Type="http://schemas.openxmlformats.org/officeDocument/2006/relationships/slide" Target="slides/slide6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4.xml"/><Relationship Id="rId10" Type="http://schemas.openxmlformats.org/officeDocument/2006/relationships/slideMaster" Target="slideMasters/slideMaster10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IN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rPr dirty="0"/>
              <a:t>Footer</a:t>
            </a:r>
          </a:p>
        </p:txBody>
      </p:sp>
      <p:sp>
        <p:nvSpPr>
          <p:cNvPr id="2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09F4EA74-3B4B-429D-A0F5-F7EBBAD73759}" type="slidenum">
              <a:t>‹#›</a:t>
            </a:fld>
            <a:endParaRPr dirty="0"/>
          </a:p>
        </p:txBody>
      </p:sp>
      <p:sp>
        <p:nvSpPr>
          <p:cNvPr id="3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rPr dirty="0"/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17462AA8-1BB3-46A4-BEE5-12D4C5D3012D}" type="slidenum">
              <a:t>‹#›</a:t>
            </a:fld>
            <a:endParaRPr dirty="0"/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rPr dirty="0"/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818FE831-F0A9-4A15-B72A-42A64A656B34}" type="slidenum">
              <a:t>‹#›</a:t>
            </a:fld>
            <a:endParaRPr dirty="0"/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dirty="0"/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E786496-80C4-42F5-A9D8-B886D3520F24}" type="slidenum">
              <a:t>‹#›</a:t>
            </a:fld>
            <a:endParaRPr dirty="0"/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lstStyle/>
          <a:p>
            <a:r>
              <a:rPr dirty="0"/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lstStyle/>
          <a:p>
            <a:fld id="{E1B0921D-914D-4433-A78B-DCB3342B62FB}" type="slidenum">
              <a:t>‹#›</a:t>
            </a:fld>
            <a:endParaRPr dirty="0"/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lstStyle/>
          <a:p>
            <a:r>
              <a:rPr dirty="0"/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lstStyle/>
          <a:p>
            <a:fld id="{3E569CCF-DAFD-4819-87EC-BC77432E2C88}" type="slidenum">
              <a:t>‹#›</a:t>
            </a:fld>
            <a:endParaRPr dirty="0"/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lstStyle/>
          <a:p>
            <a:r>
              <a:rPr dirty="0"/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lstStyle/>
          <a:p>
            <a:fld id="{75DCC53F-CFE6-4662-9FC8-C4C54397E240}" type="slidenum">
              <a:t>‹#›</a:t>
            </a:fld>
            <a:endParaRPr dirty="0"/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lstStyle/>
          <a:p>
            <a:r>
              <a:rPr dirty="0"/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lstStyle/>
          <a:p>
            <a:fld id="{1AE1CCF5-0D15-4836-A104-23FA886E093C}" type="slidenum">
              <a:t>‹#›</a:t>
            </a:fld>
            <a:endParaRPr dirty="0"/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rPr dirty="0"/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D4C24C67-805A-4BC6-9881-C681A7B46DF1}" type="slidenum">
              <a:t>‹#›</a:t>
            </a:fld>
            <a:endParaRPr dirty="0"/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lstStyle/>
          <a:p>
            <a:r>
              <a:rPr dirty="0"/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lstStyle/>
          <a:p>
            <a:fld id="{7996AB1C-ED84-4669-BC1C-1A7D20B99C62}" type="slidenum">
              <a:t>‹#›</a:t>
            </a:fld>
            <a:endParaRPr dirty="0"/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lstStyle/>
          <a:p>
            <a:r>
              <a:rPr dirty="0"/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lstStyle/>
          <a:p>
            <a:fld id="{C35C22BC-F08A-499D-9709-AFEC52C83917}" type="slidenum">
              <a:t>‹#›</a:t>
            </a:fld>
            <a:endParaRPr dirty="0"/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9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0.xml"/></Relationships>
</file>

<file path=ppt/slideMasters/_rels/slideMaster1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US" sz="6000" b="0" u="none" strike="noStrike">
                <a:solidFill>
                  <a:schemeClr val="dk1"/>
                </a:solidFill>
                <a:uFillTx/>
                <a:latin typeface="Calibri Light"/>
              </a:rPr>
              <a:t>Click to edit Master title style</a:t>
            </a:r>
            <a:endParaRPr lang="en-US" sz="60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IN" sz="1200" b="0" u="none" strike="noStrike" dirty="0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&lt;date/time&gt;</a:t>
            </a:r>
            <a:endParaRPr lang="en-IN" sz="1200" b="0" u="none" strike="noStrike" dirty="0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 dirty="0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7A06F70-52C7-4C38-B838-604094DCE93E}" type="slidenum">
              <a:rPr lang="en-IN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‹#›</a:t>
            </a:fld>
            <a:endParaRPr lang="en-IN" sz="1200" b="0" u="none" strike="noStrike" dirty="0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uFillTx/>
                <a:latin typeface="Calibri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Calibri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uFillTx/>
                <a:latin typeface="Calibri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uFillTx/>
                <a:latin typeface="Calibri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Calibri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Calibri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uFillTx/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uFillTx/>
                <a:latin typeface="Calibri"/>
              </a:rPr>
              <a:t>Fifth level</a:t>
            </a: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IN" sz="1200" b="0" u="none" strike="noStrike" dirty="0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&lt;date/time&gt;</a:t>
            </a:r>
            <a:endParaRPr lang="en-IN" sz="1200" b="0" u="none" strike="noStrike" dirty="0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 dirty="0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D633FCF-AFC7-4344-9F2A-F4DCD63CBAFF}" type="slidenum">
              <a:rPr lang="en-IN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‹#›</a:t>
            </a:fld>
            <a:endParaRPr lang="en-IN" sz="1200" b="0" u="none" strike="noStrike" dirty="0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uFillTx/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uFillTx/>
                <a:latin typeface="Calibri"/>
              </a:rPr>
              <a:t>Fifth level</a:t>
            </a: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IN" sz="1200" b="0" u="none" strike="noStrike" dirty="0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&lt;date/time&gt;</a:t>
            </a:r>
            <a:endParaRPr lang="en-IN" sz="1200" b="0" u="none" strike="noStrike" dirty="0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 dirty="0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2D3FD28-B647-4DB6-9856-102CB3809233}" type="slidenum">
              <a:rPr lang="en-IN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‹#›</a:t>
            </a:fld>
            <a:endParaRPr lang="en-IN" sz="1200" b="0" u="none" strike="noStrike" dirty="0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uFillTx/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uFillTx/>
                <a:latin typeface="Calibri"/>
              </a:rPr>
              <a:t>Fifth level</a:t>
            </a: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IN" sz="1200" b="0" u="none" strike="noStrike" dirty="0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&lt;date/time&gt;</a:t>
            </a:r>
            <a:endParaRPr lang="en-IN" sz="1200" b="0" u="none" strike="noStrike" dirty="0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 dirty="0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E04A559-D9D1-43B7-9842-26E487A505E5}" type="slidenum">
              <a:rPr lang="en-IN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‹#›</a:t>
            </a:fld>
            <a:endParaRPr lang="en-IN" sz="1200" b="0" u="none" strike="noStrike" dirty="0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6000" b="0" u="none" strike="noStrike">
                <a:solidFill>
                  <a:schemeClr val="dk1"/>
                </a:solidFill>
                <a:uFillTx/>
                <a:latin typeface="Calibri Light"/>
              </a:rPr>
              <a:t>Click to edit Master title style</a:t>
            </a:r>
            <a:endParaRPr lang="en-US" sz="60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IN" sz="1200" b="0" u="none" strike="noStrike" dirty="0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&lt;date/time&gt;</a:t>
            </a:r>
            <a:endParaRPr lang="en-IN" sz="1200" b="0" u="none" strike="noStrike" dirty="0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 dirty="0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</a:p>
        </p:txBody>
      </p:sp>
      <p:sp>
        <p:nvSpPr>
          <p:cNvPr id="28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5A88FDB-73B8-4253-BB08-D54C40B5AE2D}" type="slidenum">
              <a:rPr lang="en-IN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‹#›</a:t>
            </a:fld>
            <a:endParaRPr lang="en-IN" sz="1200" b="0" u="none" strike="noStrike" dirty="0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uFillTx/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uFillTx/>
                <a:latin typeface="Calibri"/>
              </a:rPr>
              <a:t>Fifth level</a:t>
            </a: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uFillTx/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uFillTx/>
                <a:latin typeface="Calibri"/>
              </a:rPr>
              <a:t>Fifth level</a:t>
            </a:r>
          </a:p>
        </p:txBody>
      </p:sp>
      <p:sp>
        <p:nvSpPr>
          <p:cNvPr id="32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IN" sz="1200" b="0" u="none" strike="noStrike" dirty="0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&lt;date/time&gt;</a:t>
            </a:r>
            <a:endParaRPr lang="en-IN" sz="1200" b="0" u="none" strike="noStrike" dirty="0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 dirty="0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</a:p>
        </p:txBody>
      </p:sp>
      <p:sp>
        <p:nvSpPr>
          <p:cNvPr id="34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4120B86-05CB-419A-A1C8-9959A463E4F7}" type="slidenum">
              <a:rPr lang="en-IN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‹#›</a:t>
            </a:fld>
            <a:endParaRPr lang="en-IN" sz="1200" b="0" u="none" strike="noStrike" dirty="0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uFillTx/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uFillTx/>
                <a:latin typeface="Calibri"/>
              </a:rPr>
              <a:t>Fifth level</a:t>
            </a: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uFillTx/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uFillTx/>
                <a:latin typeface="Calibri"/>
              </a:rPr>
              <a:t>Fifth level</a:t>
            </a:r>
          </a:p>
        </p:txBody>
      </p:sp>
      <p:sp>
        <p:nvSpPr>
          <p:cNvPr id="43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IN" sz="1200" b="0" u="none" strike="noStrike" dirty="0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&lt;date/time&gt;</a:t>
            </a:r>
            <a:endParaRPr lang="en-IN" sz="1200" b="0" u="none" strike="noStrike" dirty="0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 dirty="0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</a:p>
        </p:txBody>
      </p:sp>
      <p:sp>
        <p:nvSpPr>
          <p:cNvPr id="45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E831B0C-5EAF-4D9B-A630-2328A8323133}" type="slidenum">
              <a:rPr lang="en-IN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‹#›</a:t>
            </a:fld>
            <a:endParaRPr lang="en-IN" sz="1200" b="0" u="none" strike="noStrike" dirty="0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IN" sz="1200" b="0" u="none" strike="noStrike" dirty="0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&lt;date/time&gt;</a:t>
            </a:r>
            <a:endParaRPr lang="en-IN" sz="1200" b="0" u="none" strike="noStrike" dirty="0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 dirty="0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</a:p>
        </p:txBody>
      </p:sp>
      <p:sp>
        <p:nvSpPr>
          <p:cNvPr id="49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8C47091-ACFA-4D61-B761-FF8476F27484}" type="slidenum">
              <a:rPr lang="en-IN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‹#›</a:t>
            </a:fld>
            <a:endParaRPr lang="en-IN" sz="1200" b="0" u="none" strike="noStrike" dirty="0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IN" sz="1200" b="0" u="none" strike="noStrike" dirty="0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&lt;date/time&gt;</a:t>
            </a:r>
            <a:endParaRPr lang="en-IN" sz="1200" b="0" u="none" strike="noStrike" dirty="0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 dirty="0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</a:p>
        </p:txBody>
      </p:sp>
      <p:sp>
        <p:nvSpPr>
          <p:cNvPr id="53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553E1FD-7966-4C43-A9D1-2191BEF062F8}" type="slidenum">
              <a:rPr lang="en-IN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‹#›</a:t>
            </a:fld>
            <a:endParaRPr lang="en-IN" sz="1200" b="0" u="none" strike="noStrike" dirty="0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3200" b="0" u="none" strike="noStrike">
                <a:solidFill>
                  <a:schemeClr val="dk1"/>
                </a:solidFill>
                <a:uFillTx/>
                <a:latin typeface="Calibri Light"/>
              </a:rPr>
              <a:t>Click to edit Master title style</a:t>
            </a:r>
            <a:endParaRPr lang="en-US" sz="32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uFillTx/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Calibri"/>
              </a:rPr>
              <a:t>Fifth level</a:t>
            </a: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</a:p>
        </p:txBody>
      </p:sp>
      <p:sp>
        <p:nvSpPr>
          <p:cNvPr id="57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IN" sz="1200" b="0" u="none" strike="noStrike" dirty="0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&lt;date/time&gt;</a:t>
            </a:r>
            <a:endParaRPr lang="en-IN" sz="1200" b="0" u="none" strike="noStrike" dirty="0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 dirty="0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</a:p>
        </p:txBody>
      </p:sp>
      <p:sp>
        <p:nvSpPr>
          <p:cNvPr id="59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69954D4-B290-4588-8A39-151EE803A558}" type="slidenum">
              <a:rPr lang="en-IN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‹#›</a:t>
            </a:fld>
            <a:endParaRPr lang="en-IN" sz="1200" b="0" u="none" strike="noStrike" dirty="0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3200" b="0" u="none" strike="noStrike">
                <a:solidFill>
                  <a:schemeClr val="dk1"/>
                </a:solidFill>
                <a:uFillTx/>
                <a:latin typeface="Calibri Light"/>
              </a:rPr>
              <a:t>Click to edit Master title style</a:t>
            </a:r>
            <a:endParaRPr lang="en-US" sz="32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uFillTx/>
                <a:latin typeface="Calibri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uFillTx/>
                <a:latin typeface="Calibri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uFillTx/>
                <a:latin typeface="Calibri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uFillTx/>
                <a:latin typeface="Calibri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uFillTx/>
                <a:latin typeface="Calibri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uFillTx/>
                <a:latin typeface="Calibri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uFillTx/>
                <a:latin typeface="Calibri"/>
              </a:rPr>
              <a:t>Seventh Outline Level</a:t>
            </a: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</a:p>
        </p:txBody>
      </p:sp>
      <p:sp>
        <p:nvSpPr>
          <p:cNvPr id="63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IN" sz="1200" b="0" u="none" strike="noStrike" dirty="0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&lt;date/time&gt;</a:t>
            </a:r>
            <a:endParaRPr lang="en-IN" sz="1200" b="0" u="none" strike="noStrike" dirty="0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 dirty="0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</a:p>
        </p:txBody>
      </p:sp>
      <p:sp>
        <p:nvSpPr>
          <p:cNvPr id="65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4CA5611-9FEB-4A42-9AB2-02C62387756C}" type="slidenum">
              <a:rPr lang="en-IN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‹#›</a:t>
            </a:fld>
            <a:endParaRPr lang="en-IN" sz="1200" b="0" u="none" strike="noStrike" dirty="0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www.linkedin.com/in/badal-singh-767911333" TargetMode="External"/><Relationship Id="rId4" Type="http://schemas.openxmlformats.org/officeDocument/2006/relationships/hyperlink" Target="https://github.com/Badalsingh25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: Rounded Corners 4"/>
          <p:cNvSpPr/>
          <p:nvPr/>
        </p:nvSpPr>
        <p:spPr>
          <a:xfrm>
            <a:off x="786600" y="3450960"/>
            <a:ext cx="2919960" cy="953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7030A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IN" sz="1800" b="1" u="none" strike="noStrike" dirty="0" err="1">
                <a:solidFill>
                  <a:schemeClr val="dk1"/>
                </a:solidFill>
                <a:uFillTx/>
                <a:latin typeface="Poppins"/>
              </a:rPr>
              <a:t>Typex</a:t>
            </a:r>
            <a:endParaRPr lang="en-IN" sz="18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7" name="Rectangle: Rounded Corners 6"/>
          <p:cNvSpPr/>
          <p:nvPr/>
        </p:nvSpPr>
        <p:spPr>
          <a:xfrm>
            <a:off x="776880" y="4645800"/>
            <a:ext cx="2919960" cy="12139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7030A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800" b="1" u="none" strike="noStrike" dirty="0">
                <a:solidFill>
                  <a:schemeClr val="dk1"/>
                </a:solidFill>
                <a:uFillTx/>
                <a:latin typeface="Calibri"/>
              </a:rPr>
              <a:t>Mental-Health</a:t>
            </a:r>
            <a:r>
              <a:rPr lang="en-US" b="1" dirty="0">
                <a:solidFill>
                  <a:schemeClr val="dk1"/>
                </a:solidFill>
                <a:latin typeface="Calibri"/>
              </a:rPr>
              <a:t>-AI-Chatbot</a:t>
            </a:r>
            <a:endParaRPr lang="en-IN" sz="18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8" name="Rectangle: Rounded Corners 7"/>
          <p:cNvSpPr/>
          <p:nvPr/>
        </p:nvSpPr>
        <p:spPr>
          <a:xfrm>
            <a:off x="7863480" y="3503880"/>
            <a:ext cx="2919960" cy="353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50166A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IN" sz="1800" b="0" u="none" strike="noStrike">
                <a:solidFill>
                  <a:schemeClr val="dk1"/>
                </a:solidFill>
                <a:uFillTx/>
                <a:latin typeface="Calibri"/>
              </a:rPr>
              <a:t>Badal Singh</a:t>
            </a:r>
            <a:endParaRPr lang="en-IN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9" name="Rectangle: Rounded Corners 8"/>
          <p:cNvSpPr/>
          <p:nvPr/>
        </p:nvSpPr>
        <p:spPr>
          <a:xfrm>
            <a:off x="7863480" y="4034880"/>
            <a:ext cx="2919960" cy="353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50166A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IN" sz="1800" b="0" u="none" strike="noStrike" dirty="0">
                <a:solidFill>
                  <a:schemeClr val="dk1"/>
                </a:solidFill>
                <a:uFillTx/>
                <a:latin typeface="Calibri"/>
              </a:rPr>
              <a:t>Sandeep Kumar Behera</a:t>
            </a:r>
            <a:endParaRPr lang="en-IN" sz="18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0" name="Rectangle: Rounded Corners 9"/>
          <p:cNvSpPr/>
          <p:nvPr/>
        </p:nvSpPr>
        <p:spPr>
          <a:xfrm>
            <a:off x="7868160" y="4541400"/>
            <a:ext cx="2919960" cy="353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50166A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IN" sz="1800" b="0" u="none" strike="noStrike">
                <a:solidFill>
                  <a:schemeClr val="dk1"/>
                </a:solidFill>
                <a:uFillTx/>
                <a:latin typeface="Calibri"/>
              </a:rPr>
              <a:t>Srianga Kinkar Nayak</a:t>
            </a:r>
            <a:endParaRPr lang="en-IN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1" name="Rectangle: Rounded Corners 10"/>
          <p:cNvSpPr/>
          <p:nvPr/>
        </p:nvSpPr>
        <p:spPr>
          <a:xfrm>
            <a:off x="7863480" y="5047560"/>
            <a:ext cx="2919960" cy="353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50166A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IN" sz="1800" b="0" u="none" strike="noStrike" dirty="0">
                <a:solidFill>
                  <a:schemeClr val="dk1"/>
                </a:solidFill>
                <a:uFillTx/>
                <a:latin typeface="Calibri"/>
              </a:rPr>
              <a:t>Jatin Behera</a:t>
            </a:r>
            <a:endParaRPr lang="en-IN" sz="18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73" name="Picture 13"/>
          <p:cNvPicPr/>
          <p:nvPr/>
        </p:nvPicPr>
        <p:blipFill>
          <a:blip r:embed="rId3"/>
          <a:stretch/>
        </p:blipFill>
        <p:spPr>
          <a:xfrm>
            <a:off x="7339680" y="3443760"/>
            <a:ext cx="503640" cy="474120"/>
          </a:xfrm>
          <a:prstGeom prst="rect">
            <a:avLst/>
          </a:prstGeom>
          <a:ln w="0">
            <a:noFill/>
          </a:ln>
        </p:spPr>
      </p:pic>
      <p:pic>
        <p:nvPicPr>
          <p:cNvPr id="74" name="Picture 14"/>
          <p:cNvPicPr/>
          <p:nvPr/>
        </p:nvPicPr>
        <p:blipFill>
          <a:blip r:embed="rId3"/>
          <a:stretch/>
        </p:blipFill>
        <p:spPr>
          <a:xfrm>
            <a:off x="7354440" y="3969720"/>
            <a:ext cx="503640" cy="474120"/>
          </a:xfrm>
          <a:prstGeom prst="rect">
            <a:avLst/>
          </a:prstGeom>
          <a:ln w="0">
            <a:noFill/>
          </a:ln>
        </p:spPr>
      </p:pic>
      <p:pic>
        <p:nvPicPr>
          <p:cNvPr id="75" name="Picture 15"/>
          <p:cNvPicPr/>
          <p:nvPr/>
        </p:nvPicPr>
        <p:blipFill>
          <a:blip r:embed="rId3"/>
          <a:stretch/>
        </p:blipFill>
        <p:spPr>
          <a:xfrm>
            <a:off x="7354440" y="4487040"/>
            <a:ext cx="503640" cy="474120"/>
          </a:xfrm>
          <a:prstGeom prst="rect">
            <a:avLst/>
          </a:prstGeom>
          <a:ln w="0">
            <a:noFill/>
          </a:ln>
        </p:spPr>
      </p:pic>
      <p:pic>
        <p:nvPicPr>
          <p:cNvPr id="76" name="Picture 16"/>
          <p:cNvPicPr/>
          <p:nvPr/>
        </p:nvPicPr>
        <p:blipFill>
          <a:blip r:embed="rId3"/>
          <a:stretch/>
        </p:blipFill>
        <p:spPr>
          <a:xfrm>
            <a:off x="7373880" y="4982400"/>
            <a:ext cx="503640" cy="474120"/>
          </a:xfrm>
          <a:prstGeom prst="rect">
            <a:avLst/>
          </a:prstGeom>
          <a:ln w="0">
            <a:noFill/>
          </a:ln>
        </p:spPr>
      </p:pic>
      <p:sp>
        <p:nvSpPr>
          <p:cNvPr id="78" name="Rectangle: Rounded Corners 18"/>
          <p:cNvSpPr/>
          <p:nvPr/>
        </p:nvSpPr>
        <p:spPr>
          <a:xfrm>
            <a:off x="10965600" y="3503880"/>
            <a:ext cx="623880" cy="353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50166A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en-IN" dirty="0">
                <a:solidFill>
                  <a:schemeClr val="dk1"/>
                </a:solidFill>
              </a:rPr>
              <a:t>3</a:t>
            </a:r>
            <a:r>
              <a:rPr lang="en-IN" baseline="30000" dirty="0">
                <a:solidFill>
                  <a:schemeClr val="dk1"/>
                </a:solidFill>
              </a:rPr>
              <a:t>rd</a:t>
            </a:r>
            <a:endParaRPr lang="en-IN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Rectangle: Rounded Corners 19"/>
          <p:cNvSpPr/>
          <p:nvPr/>
        </p:nvSpPr>
        <p:spPr>
          <a:xfrm>
            <a:off x="10965600" y="4034880"/>
            <a:ext cx="623880" cy="353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50166A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IN" sz="1800" b="0" u="none" strike="noStrike" dirty="0">
                <a:solidFill>
                  <a:schemeClr val="dk1"/>
                </a:solidFill>
                <a:uFillTx/>
                <a:latin typeface="Calibri"/>
              </a:rPr>
              <a:t>3</a:t>
            </a:r>
            <a:r>
              <a:rPr lang="en-IN" baseline="30000" dirty="0">
                <a:solidFill>
                  <a:schemeClr val="dk1"/>
                </a:solidFill>
                <a:latin typeface="Calibri"/>
              </a:rPr>
              <a:t>r</a:t>
            </a:r>
            <a:r>
              <a:rPr lang="en-IN" sz="1800" b="0" u="none" strike="noStrike" baseline="30000" dirty="0">
                <a:solidFill>
                  <a:schemeClr val="dk1"/>
                </a:solidFill>
                <a:uFillTx/>
                <a:latin typeface="Calibri"/>
              </a:rPr>
              <a:t>d</a:t>
            </a:r>
            <a:endParaRPr lang="en-IN" sz="18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0" name="Rectangle: Rounded Corners 20"/>
          <p:cNvSpPr/>
          <p:nvPr/>
        </p:nvSpPr>
        <p:spPr>
          <a:xfrm>
            <a:off x="10965600" y="4560840"/>
            <a:ext cx="623880" cy="353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50166A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en-IN" dirty="0">
                <a:solidFill>
                  <a:schemeClr val="dk1"/>
                </a:solidFill>
              </a:rPr>
              <a:t>3</a:t>
            </a:r>
            <a:r>
              <a:rPr lang="en-IN" baseline="30000" dirty="0">
                <a:solidFill>
                  <a:schemeClr val="dk1"/>
                </a:solidFill>
              </a:rPr>
              <a:t>rd</a:t>
            </a:r>
            <a:endParaRPr lang="en-IN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Rectangle: Rounded Corners 21"/>
          <p:cNvSpPr/>
          <p:nvPr/>
        </p:nvSpPr>
        <p:spPr>
          <a:xfrm>
            <a:off x="10965600" y="5047560"/>
            <a:ext cx="623880" cy="353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50166A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en-IN" dirty="0">
                <a:solidFill>
                  <a:schemeClr val="dk1"/>
                </a:solidFill>
              </a:rPr>
              <a:t>3</a:t>
            </a:r>
            <a:r>
              <a:rPr lang="en-IN" baseline="30000" dirty="0">
                <a:solidFill>
                  <a:schemeClr val="dk1"/>
                </a:solidFill>
              </a:rPr>
              <a:t>rd</a:t>
            </a:r>
            <a:endParaRPr lang="en-IN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TextBox 25"/>
          <p:cNvSpPr/>
          <p:nvPr/>
        </p:nvSpPr>
        <p:spPr>
          <a:xfrm>
            <a:off x="7578360" y="3301200"/>
            <a:ext cx="864720" cy="257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IN" sz="1100" b="1" u="none" strike="noStrike">
                <a:solidFill>
                  <a:schemeClr val="dk1"/>
                </a:solidFill>
                <a:uFillTx/>
                <a:latin typeface="Poppins"/>
              </a:rPr>
              <a:t>Name</a:t>
            </a:r>
            <a:endParaRPr lang="en-IN" sz="11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4" name="TextBox 26"/>
          <p:cNvSpPr/>
          <p:nvPr/>
        </p:nvSpPr>
        <p:spPr>
          <a:xfrm>
            <a:off x="7593120" y="3827520"/>
            <a:ext cx="864720" cy="257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IN" sz="1100" b="1" u="none" strike="noStrike">
                <a:solidFill>
                  <a:schemeClr val="dk1"/>
                </a:solidFill>
                <a:uFillTx/>
                <a:latin typeface="Poppins"/>
              </a:rPr>
              <a:t>Name</a:t>
            </a:r>
            <a:endParaRPr lang="en-IN" sz="11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5" name="TextBox 27"/>
          <p:cNvSpPr/>
          <p:nvPr/>
        </p:nvSpPr>
        <p:spPr>
          <a:xfrm>
            <a:off x="7602840" y="4338720"/>
            <a:ext cx="864720" cy="257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IN" sz="1100" b="1" u="none" strike="noStrike">
                <a:solidFill>
                  <a:schemeClr val="dk1"/>
                </a:solidFill>
                <a:uFillTx/>
                <a:latin typeface="Poppins"/>
              </a:rPr>
              <a:t>Name</a:t>
            </a:r>
            <a:endParaRPr lang="en-IN" sz="11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6" name="TextBox 28"/>
          <p:cNvSpPr/>
          <p:nvPr/>
        </p:nvSpPr>
        <p:spPr>
          <a:xfrm>
            <a:off x="7607880" y="4854960"/>
            <a:ext cx="864720" cy="257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IN" sz="1100" b="1" u="none" strike="noStrike">
                <a:solidFill>
                  <a:schemeClr val="dk1"/>
                </a:solidFill>
                <a:uFillTx/>
                <a:latin typeface="Poppins"/>
              </a:rPr>
              <a:t>Name</a:t>
            </a:r>
            <a:endParaRPr lang="en-IN" sz="11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8" name="TextBox 30"/>
          <p:cNvSpPr/>
          <p:nvPr/>
        </p:nvSpPr>
        <p:spPr>
          <a:xfrm>
            <a:off x="10655640" y="3295800"/>
            <a:ext cx="864720" cy="257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IN" sz="1100" b="1" u="none" strike="noStrike">
                <a:solidFill>
                  <a:schemeClr val="dk1"/>
                </a:solidFill>
                <a:uFillTx/>
                <a:latin typeface="Poppins"/>
              </a:rPr>
              <a:t>Year</a:t>
            </a:r>
            <a:endParaRPr lang="en-IN" sz="11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9" name="TextBox 31"/>
          <p:cNvSpPr/>
          <p:nvPr/>
        </p:nvSpPr>
        <p:spPr>
          <a:xfrm>
            <a:off x="10655280" y="3821760"/>
            <a:ext cx="864720" cy="257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IN" sz="1100" b="1" u="none" strike="noStrike">
                <a:solidFill>
                  <a:schemeClr val="dk1"/>
                </a:solidFill>
                <a:uFillTx/>
                <a:latin typeface="Poppins"/>
              </a:rPr>
              <a:t>Year</a:t>
            </a:r>
            <a:endParaRPr lang="en-IN" sz="11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0" name="TextBox 32"/>
          <p:cNvSpPr/>
          <p:nvPr/>
        </p:nvSpPr>
        <p:spPr>
          <a:xfrm>
            <a:off x="10671120" y="4354920"/>
            <a:ext cx="864720" cy="257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IN" sz="1100" b="1" u="none" strike="noStrike">
                <a:solidFill>
                  <a:schemeClr val="dk1"/>
                </a:solidFill>
                <a:uFillTx/>
                <a:latin typeface="Poppins"/>
              </a:rPr>
              <a:t>Year</a:t>
            </a:r>
            <a:endParaRPr lang="en-IN" sz="11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1" name="TextBox 33"/>
          <p:cNvSpPr/>
          <p:nvPr/>
        </p:nvSpPr>
        <p:spPr>
          <a:xfrm>
            <a:off x="10686240" y="4850280"/>
            <a:ext cx="864720" cy="257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IN" sz="1100" b="1" u="none" strike="noStrike">
                <a:solidFill>
                  <a:schemeClr val="dk1"/>
                </a:solidFill>
                <a:uFillTx/>
                <a:latin typeface="Poppins"/>
              </a:rPr>
              <a:t>Year</a:t>
            </a:r>
            <a:endParaRPr lang="en-IN" sz="11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3" name="TextBox 35"/>
          <p:cNvSpPr/>
          <p:nvPr/>
        </p:nvSpPr>
        <p:spPr>
          <a:xfrm>
            <a:off x="7449120" y="3011400"/>
            <a:ext cx="291996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IN" sz="1400" b="1" u="none" strike="noStrike">
                <a:solidFill>
                  <a:schemeClr val="dk1"/>
                </a:solidFill>
                <a:uFillTx/>
                <a:latin typeface="Poppins"/>
              </a:rPr>
              <a:t>Team Member’s Details</a:t>
            </a:r>
            <a:endParaRPr lang="en-IN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Box 4"/>
          <p:cNvSpPr/>
          <p:nvPr/>
        </p:nvSpPr>
        <p:spPr>
          <a:xfrm>
            <a:off x="2548800" y="825120"/>
            <a:ext cx="7668000" cy="699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4000" b="1" u="none" strike="noStrike">
                <a:solidFill>
                  <a:schemeClr val="dk1"/>
                </a:solidFill>
                <a:uFillTx/>
                <a:latin typeface="Manrope"/>
              </a:rPr>
              <a:t>PROPOSED SOLUTION</a:t>
            </a:r>
            <a:endParaRPr lang="en-IN" sz="40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D23FDE-64C6-CC2F-D56E-9BCCF016DDEA}"/>
              </a:ext>
            </a:extLst>
          </p:cNvPr>
          <p:cNvSpPr txBox="1"/>
          <p:nvPr/>
        </p:nvSpPr>
        <p:spPr>
          <a:xfrm>
            <a:off x="963561" y="1956619"/>
            <a:ext cx="989125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Rising mental health challenges among students and professionals.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Lack of accessible, affordable, and private mental health support.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Stigma around visiting psychologists in person.</a:t>
            </a:r>
            <a:endParaRPr lang="en-IN" sz="3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extBox 2"/>
          <p:cNvSpPr/>
          <p:nvPr/>
        </p:nvSpPr>
        <p:spPr>
          <a:xfrm>
            <a:off x="359999" y="1620000"/>
            <a:ext cx="11094581" cy="544106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914400">
              <a:lnSpc>
                <a:spcPct val="150000"/>
              </a:lnSpc>
              <a:buSzPct val="100112"/>
            </a:pPr>
            <a:r>
              <a:rPr lang="en-US" sz="1800" b="1" u="none" strike="noStrike" dirty="0">
                <a:solidFill>
                  <a:schemeClr val="dk1"/>
                </a:solidFill>
                <a:uFillTx/>
                <a:latin typeface="Calibri"/>
              </a:rPr>
              <a:t>Tech Stack: </a:t>
            </a:r>
          </a:p>
          <a:p>
            <a:pPr defTabSz="914400">
              <a:lnSpc>
                <a:spcPct val="150000"/>
              </a:lnSpc>
              <a:buSzPct val="100112"/>
            </a:pPr>
            <a:endParaRPr lang="en-IN" sz="18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marL="285840" indent="-285840">
              <a:lnSpc>
                <a:spcPct val="150000"/>
              </a:lnSpc>
              <a:buSzPct val="100112"/>
              <a:buFont typeface="Arial" panose="020B0604020202020204" pitchFamily="34" charset="0"/>
              <a:buChar char="•"/>
            </a:pPr>
            <a:r>
              <a:rPr lang="en-US" sz="1800" b="0" u="none" strike="noStrike" dirty="0">
                <a:solidFill>
                  <a:schemeClr val="dk1"/>
                </a:solidFill>
                <a:uFillTx/>
                <a:latin typeface="Calibri"/>
              </a:rPr>
              <a:t> </a:t>
            </a:r>
            <a:r>
              <a:rPr lang="en-IN" b="1" dirty="0"/>
              <a:t>Frontend</a:t>
            </a:r>
            <a:r>
              <a:rPr lang="en-IN" dirty="0"/>
              <a:t>: HTML, CSS, JavaScript</a:t>
            </a:r>
          </a:p>
          <a:p>
            <a:pPr marL="285840" indent="-285840">
              <a:lnSpc>
                <a:spcPct val="150000"/>
              </a:lnSpc>
              <a:buSzPct val="100112"/>
              <a:buFont typeface="Arial" panose="020B0604020202020204" pitchFamily="34" charset="0"/>
              <a:buChar char="•"/>
            </a:pPr>
            <a:r>
              <a:rPr lang="en-IN" b="1" dirty="0"/>
              <a:t>Backend</a:t>
            </a:r>
            <a:r>
              <a:rPr lang="en-IN" dirty="0"/>
              <a:t>: Python (Flask)</a:t>
            </a:r>
          </a:p>
          <a:p>
            <a:pPr marL="285840" indent="-285840">
              <a:lnSpc>
                <a:spcPct val="150000"/>
              </a:lnSpc>
              <a:buSzPct val="100112"/>
              <a:buFont typeface="Arial" panose="020B0604020202020204" pitchFamily="34" charset="0"/>
              <a:buChar char="•"/>
            </a:pPr>
            <a:r>
              <a:rPr lang="en-US" b="1" dirty="0"/>
              <a:t>AI/ML</a:t>
            </a:r>
            <a:r>
              <a:rPr lang="en-US" dirty="0"/>
              <a:t>: Emotion Detection, NLP for Chatbot</a:t>
            </a:r>
          </a:p>
          <a:p>
            <a:pPr marL="285840" indent="-285840">
              <a:lnSpc>
                <a:spcPct val="150000"/>
              </a:lnSpc>
              <a:buSzPct val="100112"/>
              <a:buFont typeface="Arial" panose="020B0604020202020204" pitchFamily="34" charset="0"/>
              <a:buChar char="•"/>
            </a:pPr>
            <a:r>
              <a:rPr lang="en-IN" b="1" dirty="0"/>
              <a:t>APIs</a:t>
            </a:r>
            <a:r>
              <a:rPr lang="en-IN" dirty="0"/>
              <a:t>: OpenAI(Gemini AI studio)</a:t>
            </a: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endParaRPr lang="en-IN" sz="18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7" name="TextBox 4"/>
          <p:cNvSpPr/>
          <p:nvPr/>
        </p:nvSpPr>
        <p:spPr>
          <a:xfrm>
            <a:off x="3804480" y="540000"/>
            <a:ext cx="6095520" cy="1308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4000" b="1" u="none" strike="noStrike">
                <a:solidFill>
                  <a:schemeClr val="dk1"/>
                </a:solidFill>
                <a:uFillTx/>
                <a:latin typeface="Manrope"/>
              </a:rPr>
              <a:t>TECHNICAL APPROACH</a:t>
            </a:r>
            <a:endParaRPr lang="en-IN" sz="40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TextBox 1"/>
          <p:cNvSpPr/>
          <p:nvPr/>
        </p:nvSpPr>
        <p:spPr>
          <a:xfrm>
            <a:off x="3873960" y="749520"/>
            <a:ext cx="6095520" cy="7064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r>
              <a:rPr lang="en-IN" sz="4000" b="1" dirty="0"/>
              <a:t>System Architecture</a:t>
            </a:r>
            <a:endParaRPr lang="en-IN" sz="4000" b="1" u="none" strike="noStrike" dirty="0">
              <a:uFillTx/>
              <a:latin typeface="Arial"/>
            </a:endParaRPr>
          </a:p>
        </p:txBody>
      </p:sp>
      <p:sp>
        <p:nvSpPr>
          <p:cNvPr id="121" name="TextBox 2"/>
          <p:cNvSpPr/>
          <p:nvPr/>
        </p:nvSpPr>
        <p:spPr>
          <a:xfrm>
            <a:off x="360000" y="1440000"/>
            <a:ext cx="11340000" cy="280123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85840" indent="-285840" defTabSz="914400">
              <a:lnSpc>
                <a:spcPct val="150000"/>
              </a:lnSpc>
              <a:buSzPct val="100112"/>
              <a:buBlip>
                <a:blip r:embed="rId3"/>
              </a:buBlip>
            </a:pPr>
            <a:endParaRPr lang="en-IN" sz="2400" b="1" dirty="0">
              <a:solidFill>
                <a:schemeClr val="dk1"/>
              </a:solidFill>
              <a:latin typeface="Manrope"/>
              <a:ea typeface="Times New Roman"/>
            </a:endParaRPr>
          </a:p>
          <a:p>
            <a:pPr defTabSz="914400">
              <a:lnSpc>
                <a:spcPct val="150000"/>
              </a:lnSpc>
              <a:buSzPct val="100112"/>
            </a:pPr>
            <a:endParaRPr lang="en-IN" sz="24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marL="285840" indent="-285840">
              <a:lnSpc>
                <a:spcPct val="150000"/>
              </a:lnSpc>
              <a:buSzPct val="112715"/>
              <a:buFont typeface="Arial" panose="020B0604020202020204" pitchFamily="34" charset="0"/>
              <a:buChar char="•"/>
            </a:pPr>
            <a:r>
              <a:rPr lang="en-US" sz="2400" b="1" dirty="0"/>
              <a:t>User Interface (Web)</a:t>
            </a:r>
            <a:r>
              <a:rPr lang="en-US" sz="2400" dirty="0"/>
              <a:t> – Chat UI, timers, dashboard</a:t>
            </a:r>
          </a:p>
          <a:p>
            <a:pPr marL="285840" indent="-285840">
              <a:lnSpc>
                <a:spcPct val="150000"/>
              </a:lnSpc>
              <a:buSzPct val="112715"/>
              <a:buFont typeface="Arial" panose="020B0604020202020204" pitchFamily="34" charset="0"/>
              <a:buChar char="•"/>
            </a:pPr>
            <a:r>
              <a:rPr lang="en-US" sz="2400" b="1" dirty="0"/>
              <a:t>Backend (Flask)</a:t>
            </a:r>
            <a:r>
              <a:rPr lang="en-US" sz="2400" dirty="0"/>
              <a:t> – Handles requests &amp; responses</a:t>
            </a:r>
          </a:p>
          <a:p>
            <a:pPr marL="285840" indent="-285840">
              <a:lnSpc>
                <a:spcPct val="150000"/>
              </a:lnSpc>
              <a:buSzPct val="112715"/>
              <a:buFont typeface="Arial" panose="020B0604020202020204" pitchFamily="34" charset="0"/>
              <a:buChar char="•"/>
            </a:pPr>
            <a:r>
              <a:rPr lang="en-IN" sz="2400" b="1" dirty="0"/>
              <a:t>AI Modules</a:t>
            </a:r>
            <a:r>
              <a:rPr lang="en-IN" sz="2400" dirty="0"/>
              <a:t> – NLP chatbot &amp; emotion recognition</a:t>
            </a:r>
            <a:endParaRPr lang="en-IN" sz="24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80B87D-85CF-85C6-B20A-84561F8AB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TextBox 1">
            <a:extLst>
              <a:ext uri="{FF2B5EF4-FFF2-40B4-BE49-F238E27FC236}">
                <a16:creationId xmlns:a16="http://schemas.microsoft.com/office/drawing/2014/main" id="{6CB3C81D-A7B5-898F-A8B0-86E288C7A61A}"/>
              </a:ext>
            </a:extLst>
          </p:cNvPr>
          <p:cNvSpPr/>
          <p:nvPr/>
        </p:nvSpPr>
        <p:spPr>
          <a:xfrm>
            <a:off x="3873960" y="749520"/>
            <a:ext cx="6095520" cy="7064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r>
              <a:rPr lang="en-IN" sz="4000" dirty="0"/>
              <a:t>Screenshots</a:t>
            </a:r>
            <a:endParaRPr lang="en-IN" sz="4000" b="1" u="none" strike="noStrike" dirty="0">
              <a:uFillTx/>
              <a:latin typeface="Arial"/>
            </a:endParaRPr>
          </a:p>
        </p:txBody>
      </p:sp>
      <p:sp>
        <p:nvSpPr>
          <p:cNvPr id="121" name="TextBox 2">
            <a:extLst>
              <a:ext uri="{FF2B5EF4-FFF2-40B4-BE49-F238E27FC236}">
                <a16:creationId xmlns:a16="http://schemas.microsoft.com/office/drawing/2014/main" id="{9B1CEF93-2B33-99A5-EB51-C66D081448ED}"/>
              </a:ext>
            </a:extLst>
          </p:cNvPr>
          <p:cNvSpPr/>
          <p:nvPr/>
        </p:nvSpPr>
        <p:spPr>
          <a:xfrm>
            <a:off x="426000" y="873656"/>
            <a:ext cx="11340000" cy="280360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50000"/>
              </a:lnSpc>
              <a:buSzPct val="112715"/>
            </a:pPr>
            <a:endParaRPr lang="en-IN" sz="2400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buSzPct val="112715"/>
            </a:pPr>
            <a:r>
              <a:rPr lang="en-US" sz="2000" b="1" dirty="0"/>
              <a:t>1️⃣</a:t>
            </a:r>
            <a:r>
              <a:rPr lang="en-US" sz="2400" b="1" dirty="0"/>
              <a:t> </a:t>
            </a:r>
            <a:r>
              <a:rPr lang="en-US" sz="2000" b="1" dirty="0"/>
              <a:t>Home Dashboard</a:t>
            </a:r>
          </a:p>
          <a:p>
            <a:pPr marL="285840" indent="-285840">
              <a:lnSpc>
                <a:spcPct val="150000"/>
              </a:lnSpc>
              <a:buSzPct val="112715"/>
              <a:buFont typeface="Arial" panose="020B0604020202020204" pitchFamily="34" charset="0"/>
              <a:buChar char="•"/>
            </a:pPr>
            <a:endParaRPr lang="en-US" sz="2400" b="1" dirty="0"/>
          </a:p>
          <a:p>
            <a:pPr marL="285840" indent="-285840">
              <a:lnSpc>
                <a:spcPct val="150000"/>
              </a:lnSpc>
              <a:buSzPct val="112715"/>
              <a:buFont typeface="Arial" panose="020B0604020202020204" pitchFamily="34" charset="0"/>
              <a:buChar char="•"/>
            </a:pPr>
            <a:endParaRPr lang="en-US" sz="2400" b="1" dirty="0"/>
          </a:p>
          <a:p>
            <a:pPr>
              <a:lnSpc>
                <a:spcPct val="150000"/>
              </a:lnSpc>
              <a:buSzPct val="112715"/>
            </a:pPr>
            <a:r>
              <a:rPr lang="en-US" sz="2400" b="1" dirty="0"/>
              <a:t>    </a:t>
            </a:r>
            <a:endParaRPr lang="en-US" sz="20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5009E89-7D7A-3475-B09E-E0AA265701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321" y="2007199"/>
            <a:ext cx="2997633" cy="163515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ABBE011-4551-2ACA-EF06-122714DB1225}"/>
              </a:ext>
            </a:extLst>
          </p:cNvPr>
          <p:cNvSpPr txBox="1"/>
          <p:nvPr/>
        </p:nvSpPr>
        <p:spPr>
          <a:xfrm>
            <a:off x="3529805" y="1584710"/>
            <a:ext cx="774776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2️⃣ </a:t>
            </a:r>
            <a:r>
              <a:rPr lang="en-US" sz="2000" b="1" dirty="0"/>
              <a:t>Chatbot Conversation Window               3️⃣ Emotion Detection</a:t>
            </a:r>
          </a:p>
          <a:p>
            <a:r>
              <a:rPr lang="en-US" sz="2000" b="1" dirty="0"/>
              <a:t>                </a:t>
            </a:r>
            <a:endParaRPr lang="en-IN" sz="20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BBCCA1-0CA7-3179-70FB-272D25F9BA95}"/>
              </a:ext>
            </a:extLst>
          </p:cNvPr>
          <p:cNvSpPr txBox="1"/>
          <p:nvPr/>
        </p:nvSpPr>
        <p:spPr>
          <a:xfrm>
            <a:off x="3873960" y="3668996"/>
            <a:ext cx="7747769" cy="926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SzPct val="112715"/>
            </a:pPr>
            <a:r>
              <a:rPr lang="en-IN" sz="2000" b="1" dirty="0"/>
              <a:t>5️⃣ Our Missions                                                   6️⃣ How </a:t>
            </a:r>
            <a:r>
              <a:rPr lang="en-IN" sz="2000" b="1" dirty="0" err="1"/>
              <a:t>MindEase</a:t>
            </a:r>
            <a:r>
              <a:rPr lang="en-IN" sz="2000" b="1" dirty="0"/>
              <a:t> works</a:t>
            </a:r>
          </a:p>
          <a:p>
            <a:pPr>
              <a:lnSpc>
                <a:spcPct val="150000"/>
              </a:lnSpc>
              <a:buSzPct val="112715"/>
            </a:pPr>
            <a:endParaRPr lang="en-IN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08DCCEF-182F-C8B8-4C1E-50DBD0AC859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3284" y="2007199"/>
            <a:ext cx="3382922" cy="164192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7330FFF-367A-C400-1644-727E4E53165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3332" y="4207596"/>
            <a:ext cx="3372033" cy="177674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E3DFC5B-1F48-2FA6-11B5-09C967530A9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9385" y="4211241"/>
            <a:ext cx="3618271" cy="168865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BBC0B21-4112-8BC3-5C5F-E959946FC5DB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321" y="4255379"/>
            <a:ext cx="3372033" cy="172896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92A0BDE-95FB-207A-6E61-60A0F7E0178F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0133" y="2007199"/>
            <a:ext cx="3176292" cy="1635153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B890F427-F807-ABF7-1917-83BA3B96A2DD}"/>
              </a:ext>
            </a:extLst>
          </p:cNvPr>
          <p:cNvSpPr txBox="1"/>
          <p:nvPr/>
        </p:nvSpPr>
        <p:spPr>
          <a:xfrm>
            <a:off x="701600" y="3849628"/>
            <a:ext cx="25734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4️⃣Meditation Timer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16847041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0850A8-16E2-B942-37C5-A9F7B7F1F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TextBox 1">
            <a:extLst>
              <a:ext uri="{FF2B5EF4-FFF2-40B4-BE49-F238E27FC236}">
                <a16:creationId xmlns:a16="http://schemas.microsoft.com/office/drawing/2014/main" id="{DCC15768-83D3-347F-1C10-E6DCB9F3862B}"/>
              </a:ext>
            </a:extLst>
          </p:cNvPr>
          <p:cNvSpPr/>
          <p:nvPr/>
        </p:nvSpPr>
        <p:spPr>
          <a:xfrm>
            <a:off x="3873960" y="749520"/>
            <a:ext cx="6095520" cy="7064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r>
              <a:rPr lang="en-IN" sz="4000" dirty="0"/>
              <a:t> Future Enhancements</a:t>
            </a:r>
            <a:endParaRPr lang="en-IN" sz="4000" b="1" u="none" strike="noStrike" dirty="0">
              <a:uFillTx/>
              <a:latin typeface="Arial"/>
            </a:endParaRPr>
          </a:p>
        </p:txBody>
      </p:sp>
      <p:sp>
        <p:nvSpPr>
          <p:cNvPr id="121" name="TextBox 2">
            <a:extLst>
              <a:ext uri="{FF2B5EF4-FFF2-40B4-BE49-F238E27FC236}">
                <a16:creationId xmlns:a16="http://schemas.microsoft.com/office/drawing/2014/main" id="{32188905-F953-356F-E176-9D3F89B02AE7}"/>
              </a:ext>
            </a:extLst>
          </p:cNvPr>
          <p:cNvSpPr/>
          <p:nvPr/>
        </p:nvSpPr>
        <p:spPr>
          <a:xfrm>
            <a:off x="360000" y="1440000"/>
            <a:ext cx="11340000" cy="334638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85840" indent="-285840" defTabSz="914400">
              <a:lnSpc>
                <a:spcPct val="150000"/>
              </a:lnSpc>
              <a:buSzPct val="100112"/>
              <a:buBlip>
                <a:blip r:embed="rId3"/>
              </a:buBlip>
            </a:pPr>
            <a:endParaRPr lang="en-IN" sz="2400" b="1" dirty="0">
              <a:solidFill>
                <a:schemeClr val="dk1"/>
              </a:solidFill>
              <a:latin typeface="Manrope"/>
              <a:ea typeface="Times New Roman"/>
            </a:endParaRPr>
          </a:p>
          <a:p>
            <a:pPr defTabSz="914400">
              <a:lnSpc>
                <a:spcPct val="150000"/>
              </a:lnSpc>
              <a:buSzPct val="100112"/>
            </a:pPr>
            <a:endParaRPr lang="en-IN" sz="24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marL="285840" indent="-285840">
              <a:lnSpc>
                <a:spcPct val="150000"/>
              </a:lnSpc>
              <a:buSzPct val="112715"/>
              <a:buFont typeface="Arial" panose="020B0604020202020204" pitchFamily="34" charset="0"/>
              <a:buChar char="•"/>
            </a:pPr>
            <a:r>
              <a:rPr lang="en-IN" sz="2400" dirty="0"/>
              <a:t>Multilingual support for chatbot.</a:t>
            </a:r>
          </a:p>
          <a:p>
            <a:pPr marL="285840" indent="-285840">
              <a:lnSpc>
                <a:spcPct val="150000"/>
              </a:lnSpc>
              <a:buSzPct val="112715"/>
              <a:buFont typeface="Arial" panose="020B0604020202020204" pitchFamily="34" charset="0"/>
              <a:buChar char="•"/>
            </a:pPr>
            <a:r>
              <a:rPr lang="en-IN" sz="2400" dirty="0"/>
              <a:t>Mobile App version.</a:t>
            </a:r>
          </a:p>
          <a:p>
            <a:pPr marL="285840" indent="-285840">
              <a:lnSpc>
                <a:spcPct val="150000"/>
              </a:lnSpc>
              <a:buSzPct val="112715"/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000000"/>
                </a:solidFill>
                <a:latin typeface="Arial"/>
              </a:rPr>
              <a:t>Integration with wearable devices.</a:t>
            </a:r>
          </a:p>
          <a:p>
            <a:pPr marL="285840" indent="-285840">
              <a:lnSpc>
                <a:spcPct val="150000"/>
              </a:lnSpc>
              <a:buSzPct val="112715"/>
              <a:buFont typeface="Arial" panose="020B0604020202020204" pitchFamily="34" charset="0"/>
              <a:buChar char="•"/>
            </a:pPr>
            <a:r>
              <a:rPr lang="en-IN" sz="2400" dirty="0"/>
              <a:t>Professional consultation booking.</a:t>
            </a:r>
            <a:endParaRPr lang="en-IN" sz="24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567824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61D1C3-A8E5-F69A-11EB-469E20791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TextBox 1">
            <a:extLst>
              <a:ext uri="{FF2B5EF4-FFF2-40B4-BE49-F238E27FC236}">
                <a16:creationId xmlns:a16="http://schemas.microsoft.com/office/drawing/2014/main" id="{99129635-E8CE-FEFB-3ADB-A12EE05E1465}"/>
              </a:ext>
            </a:extLst>
          </p:cNvPr>
          <p:cNvSpPr/>
          <p:nvPr/>
        </p:nvSpPr>
        <p:spPr>
          <a:xfrm>
            <a:off x="3873960" y="749520"/>
            <a:ext cx="6095520" cy="7064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r>
              <a:rPr lang="en-IN" sz="4000" dirty="0"/>
              <a:t>Thank You </a:t>
            </a:r>
            <a:endParaRPr lang="en-IN" sz="4000" b="1" u="none" strike="noStrike" dirty="0">
              <a:uFillTx/>
              <a:latin typeface="Arial"/>
            </a:endParaRPr>
          </a:p>
        </p:txBody>
      </p:sp>
      <p:sp>
        <p:nvSpPr>
          <p:cNvPr id="121" name="TextBox 2">
            <a:extLst>
              <a:ext uri="{FF2B5EF4-FFF2-40B4-BE49-F238E27FC236}">
                <a16:creationId xmlns:a16="http://schemas.microsoft.com/office/drawing/2014/main" id="{0C7788E3-F9DF-F26C-2E37-77F792BBAA62}"/>
              </a:ext>
            </a:extLst>
          </p:cNvPr>
          <p:cNvSpPr/>
          <p:nvPr/>
        </p:nvSpPr>
        <p:spPr>
          <a:xfrm>
            <a:off x="426000" y="1905221"/>
            <a:ext cx="11340000" cy="280360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85840" indent="-285840" defTabSz="914400">
              <a:lnSpc>
                <a:spcPct val="150000"/>
              </a:lnSpc>
              <a:buSzPct val="100112"/>
              <a:buBlip>
                <a:blip r:embed="rId3"/>
              </a:buBlip>
            </a:pPr>
            <a:r>
              <a:rPr lang="en-IN" sz="2400" b="1" u="none" strike="noStrike" dirty="0">
                <a:solidFill>
                  <a:schemeClr val="dk1"/>
                </a:solidFill>
                <a:uFillTx/>
                <a:latin typeface="Manrope"/>
                <a:ea typeface="Times New Roman"/>
              </a:rPr>
              <a:t> </a:t>
            </a:r>
            <a:endParaRPr lang="en-IN" sz="2400" b="1" dirty="0">
              <a:solidFill>
                <a:schemeClr val="dk1"/>
              </a:solidFill>
              <a:latin typeface="Manrope"/>
              <a:ea typeface="Times New Roman"/>
            </a:endParaRPr>
          </a:p>
          <a:p>
            <a:pPr defTabSz="914400">
              <a:lnSpc>
                <a:spcPct val="150000"/>
              </a:lnSpc>
              <a:buSzPct val="100112"/>
            </a:pPr>
            <a:endParaRPr lang="en-IN" sz="24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marL="285840" indent="-285840">
              <a:lnSpc>
                <a:spcPct val="150000"/>
              </a:lnSpc>
              <a:buSzPct val="112715"/>
              <a:buFont typeface="Arial" panose="020B0604020202020204" pitchFamily="34" charset="0"/>
              <a:buChar char="•"/>
            </a:pPr>
            <a:r>
              <a:rPr lang="en-IN" sz="2400" b="1" dirty="0"/>
              <a:t>Group Name</a:t>
            </a:r>
            <a:r>
              <a:rPr lang="en-IN" sz="2400" dirty="0"/>
              <a:t>: </a:t>
            </a:r>
            <a:r>
              <a:rPr lang="en-IN" sz="2400" dirty="0" err="1"/>
              <a:t>Typex</a:t>
            </a:r>
            <a:r>
              <a:rPr lang="en-IN" sz="2400" dirty="0"/>
              <a:t>.</a:t>
            </a:r>
          </a:p>
          <a:p>
            <a:pPr marL="285840" indent="-285840">
              <a:lnSpc>
                <a:spcPct val="150000"/>
              </a:lnSpc>
              <a:buSzPct val="112715"/>
              <a:buFont typeface="Arial" panose="020B0604020202020204" pitchFamily="34" charset="0"/>
              <a:buChar char="•"/>
            </a:pPr>
            <a:r>
              <a:rPr lang="en-IN" sz="2400" b="1" dirty="0"/>
              <a:t>GitHub</a:t>
            </a:r>
            <a:r>
              <a:rPr lang="en-IN" sz="2400" dirty="0"/>
              <a:t>: </a:t>
            </a:r>
            <a:r>
              <a:rPr lang="en-IN" sz="2400" dirty="0">
                <a:hlinkClick r:id="rId4"/>
              </a:rPr>
              <a:t>github.com/Badalsingh25</a:t>
            </a:r>
            <a:r>
              <a:rPr lang="en-IN" sz="2400" dirty="0"/>
              <a:t>.</a:t>
            </a:r>
          </a:p>
          <a:p>
            <a:pPr marL="285840" indent="-285840">
              <a:lnSpc>
                <a:spcPct val="150000"/>
              </a:lnSpc>
              <a:buSzPct val="112715"/>
              <a:buFont typeface="Arial" panose="020B0604020202020204" pitchFamily="34" charset="0"/>
              <a:buChar char="•"/>
            </a:pPr>
            <a:r>
              <a:rPr lang="en-IN" sz="2400" b="1" dirty="0"/>
              <a:t>LinkedIn</a:t>
            </a:r>
            <a:r>
              <a:rPr lang="en-IN" sz="2400" dirty="0"/>
              <a:t>: </a:t>
            </a:r>
            <a:r>
              <a:rPr lang="en-IN" sz="2400" dirty="0">
                <a:hlinkClick r:id="rId5"/>
              </a:rPr>
              <a:t>linkedin.com/in/badal-singh-767911333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5337204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165</TotalTime>
  <Words>201</Words>
  <Application>Microsoft Office PowerPoint</Application>
  <PresentationFormat>Widescreen</PresentationFormat>
  <Paragraphs>59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11</vt:i4>
      </vt:variant>
      <vt:variant>
        <vt:lpstr>Slide Titles</vt:lpstr>
      </vt:variant>
      <vt:variant>
        <vt:i4>7</vt:i4>
      </vt:variant>
    </vt:vector>
  </HeadingPairs>
  <TitlesOfParts>
    <vt:vector size="26" baseType="lpstr">
      <vt:lpstr>Arial</vt:lpstr>
      <vt:lpstr>Calibri</vt:lpstr>
      <vt:lpstr>Calibri Light</vt:lpstr>
      <vt:lpstr>Manrope</vt:lpstr>
      <vt:lpstr>Poppins</vt:lpstr>
      <vt:lpstr>Symbol</vt:lpstr>
      <vt:lpstr>Times New Roman</vt:lpstr>
      <vt:lpstr>Wingdings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subject/>
  <dc:creator>Aniket Subudhi</dc:creator>
  <dc:description/>
  <cp:lastModifiedBy>Badal Singh</cp:lastModifiedBy>
  <cp:revision>13</cp:revision>
  <dcterms:created xsi:type="dcterms:W3CDTF">2025-02-12T17:45:41Z</dcterms:created>
  <dcterms:modified xsi:type="dcterms:W3CDTF">2025-08-25T05:45:16Z</dcterms:modified>
  <dc:language>en-IN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Custom</vt:lpwstr>
  </property>
  <property fmtid="{D5CDD505-2E9C-101B-9397-08002B2CF9AE}" pid="3" name="Slides">
    <vt:i4>5</vt:i4>
  </property>
</Properties>
</file>